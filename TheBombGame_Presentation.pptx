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B432"/>
                </a:solidFill>
              </a:defRPr>
            </a:pPr>
            <a:r>
              <a:t>THE BOMB GAME</a:t>
            </a:r>
          </a:p>
          <a:p>
            <a:pPr>
              <a:spcBef>
                <a:spcPts val="1000"/>
              </a:spcBef>
              <a:defRPr sz="2000">
                <a:solidFill>
                  <a:srgbClr val="FF6E32"/>
                </a:solidFill>
              </a:defRPr>
            </a:pPr>
            <a:r>
              <a:t>Pirate Action-Platformer in Unity 6 &amp; URP 2D</a:t>
            </a:r>
          </a:p>
          <a:p>
            <a:pPr>
              <a:spcBef>
                <a:spcPts val="600"/>
              </a:spcBef>
              <a:defRPr sz="1300">
                <a:solidFill>
                  <a:srgbClr val="B4AFBE"/>
                </a:solidFill>
              </a:defRPr>
            </a:pPr>
            <a:r>
              <a:t>Technical Post-Mortem, Systems Architecture, and Design Analysis</a:t>
            </a:r>
          </a:p>
        </p:txBody>
      </p:sp>
      <p:pic>
        <p:nvPicPr>
          <p:cNvPr id="4" name="Picture 3" descr="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4206240" cy="25631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793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Core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736592"/>
            <a:ext cx="29260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Navigate multi-level pirate fortresses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Use timed bombs to defeat unique pirates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Reach exit doors to progress across stages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114800"/>
            <a:ext cx="338328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2793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Engine &amp;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4736592"/>
            <a:ext cx="29260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Engine: Unity 6 (6000.4.1f1)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Graphics: Universal Render Pipeline (URP 2D)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C# Custom Event &amp; Physics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114800"/>
            <a:ext cx="365760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427939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Sensory 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736592"/>
            <a:ext cx="320040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Authentic 16-bit retro pirate pixel art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Dynamic 2D volumetric light sources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Responsive sound design with footstep cadence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E32"/>
                </a:solidFill>
              </a:defRPr>
            </a:pPr>
            <a:r>
              <a:t>01. GAME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B432"/>
                </a:solidFill>
              </a:defRPr>
            </a:pPr>
            <a:r>
              <a:t>Gameplay Goals &amp; Progression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777240" cy="9566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Primary Goal: Stage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29260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Navigate from start position to the level exit door.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Level 1: Climb interior platforms to reach Door at (6.45, 3.87).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Level 2: Conquer multi-tiered gauntlet with high-density enemy placement.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Door trigger initiates scene loading to the next chapter.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10512"/>
            <a:ext cx="777240" cy="8743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Bomb Mastery &amp; Tactical Combat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59152"/>
            <a:ext cx="29260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Time 3.5s bomb fuses to hit enemies before they react.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Manage projectile arcs and throw force.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Prevent enemy counter-attacks (kicks, catches, swallows).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Blast radius (1.6u) applies both direct damage and physical knockback.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ealth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10512"/>
            <a:ext cx="777240" cy="3129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982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Survival &amp; Health Economy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59152"/>
            <a:ext cx="29260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Start each run with 3 maximum health hearts.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Enemy contact deals 1 heart damage + knockback.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Temporary invulnerability flashing (1.2s) prevents instant death traps.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Bottomless pit boundaries trigger instant restart.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E32"/>
                </a:solidFill>
              </a:defRPr>
            </a:pPr>
            <a:r>
              <a:t>02. CORE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B432"/>
                </a:solidFill>
              </a:defRPr>
            </a:pPr>
            <a:r>
              <a:t>Key Game Features &amp; Mechanics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plo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777240" cy="8743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764792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Physics-Driven Bomb Warfare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66344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Parabolic projectile launch with custom horizontal/vertical impulses.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Dynamic countdown visualizer (charging, pulsing, closing, exploding).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Physics2D OverlapCircle damage and knockback calculation.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ld_pi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10512"/>
            <a:ext cx="777240" cy="8265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176479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Reactive Pirate AI Archetypes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59152"/>
            <a:ext cx="47548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5 distinct enemy behaviors that directly interact with player bombs.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Bald Pirate kicks bombs away; Big Guy catches and throws back.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Whale swallows bombs whole; Captain flees in panic; Cucumber bites.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79392"/>
            <a:ext cx="777240" cy="777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83080" y="4233672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Zero-Downtime Instant Respawn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28032"/>
            <a:ext cx="466344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Instantaneous restart of the exact current level upon player death.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No disruptive game over popups or blocking overlay screens.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Dedicated 'R' hotkey allows instant manual level restart anytime.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k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79392"/>
            <a:ext cx="777240" cy="57270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69480" y="423367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Dedicated Main Menu &amp; Level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828032"/>
            <a:ext cx="47548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Standalone retro main menu scene with keyboard-first controls.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Interactive selection: Play Level 1, Jump to Level 2, or Quit.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Seamless LevelManager singleton coordinating scenes in background.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E32"/>
                </a:solidFill>
              </a:defRPr>
            </a:pPr>
            <a:r>
              <a:t>03. PLAYER 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B432"/>
                </a:solidFill>
              </a:defRPr>
            </a:pPr>
            <a:r>
              <a:t>Controls and Player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r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777240" cy="814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764792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Input Mapping (Arcade Feel)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66344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A / D or Left / Right: Smooth horizontal run (6.5 speed).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Spacebar: Precision jump (11.5 impulse force).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F / J / E / Left Click: Throw ignited bomb with projectile arc.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R Key: Instant active level restart (during life or death).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Menu Navigation: UP / DOWN arrows and ENTER (per specification).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1 / 2 Keys: Quick level switching for development and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10512"/>
            <a:ext cx="777240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176479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Responsive Platforming Feel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59152"/>
            <a:ext cx="47548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Coyote Time (0.12s): Jump remains valid for 120ms after leaving ledge.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Jump Buffer (0.12s): Pre-landing space presses queue jump automatically.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Dual Ground Detection: Composite box check + downward slope raycast.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Strict Collision Isolation: Enemies and bombs ignored for ground check.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Audio Cadence: Footstep sound plays rhythmically only while grounded.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Impact Punchiness: Knockback impulse and sprite invulnerability flicker.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E32"/>
                </a:solidFill>
              </a:defRPr>
            </a:pPr>
            <a:r>
              <a:t>04.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B432"/>
                </a:solidFill>
              </a:defRPr>
            </a:pPr>
            <a:r>
              <a:t>Unity Architecture &amp; Script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77724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Player &amp; Combat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29260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PlayerMovement.cs: Rigidbody2D velocity control, health events, bomb throw.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IDamageable.cs: Decoupled damage interface implemented across Player &amp; AI.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Bomb.cs: Timer management, SpriteRenderer fuse charge, Physics2D blast.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Ground Check: OverlapBox + Raycast avoiding tag collisions.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or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10512"/>
            <a:ext cx="777240" cy="9566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Managers &amp;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59152"/>
            <a:ext cx="29260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LevelManager.cs: Persistent singleton managing scene switches &amp; restarts.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LevelDoor.cs: Trigger &amp; distance dual-sensing script loading next scene.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MainMenuController.cs: Retro keyboard UI responding to Up/Down/Enter.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EditorBuildSettings: Indices mapped (0: Menu, 1: Level1, 2: Level2).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ealth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10512"/>
            <a:ext cx="777240" cy="3129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982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Audio &amp;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59152"/>
            <a:ext cx="29260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SoundManager.cs: Central audio engine with randomized clip variations.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Dedicated 2D SFX channel and separate walking footstep channel.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GameHUD.cs: Subscribes to player events, toggling active hearts.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Clean Death Loop: Removed OnGUI blocking boxes for rapid replay.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E32"/>
                </a:solidFill>
              </a:defRPr>
            </a:pPr>
            <a:r>
              <a:t>05. 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B432"/>
                </a:solidFill>
              </a:defRPr>
            </a:pPr>
            <a:r>
              <a:t>World and Level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777240" cy="473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764792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Level 1: The Interior 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66344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Aesthetic: Warm wooden ship cabin with candle chandeliers and windows.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Platforming: Gentle introductory elevation climb with wide jump landings.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Pacing: Low-to-moderate threat density; introduces Bald Pirate &amp; Big Guy.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Exit Goal: Climb to top-right landing to enter Door at (6.45, 3.87).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Lighting: Global 2D ambient + 2D Point Lights casting soft shadows.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Hazard Zones: Fall boundary configured at y = -6.5.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10512"/>
            <a:ext cx="777240" cy="9566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176479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Level 2: The Upper Quarters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59152"/>
            <a:ext cx="47548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Aesthetic: Expansive multi-deck pirate fortress with vertical shafts.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Platforming: Precision jumping over chasms, narrow wooden ledges.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Enemy Gauntlet: Heavy combination of Cucumbers, Big Guys, Bald Pirates.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Combat Depth: Requires utilizing high ground to drop bombs on patrol routes.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Fall Danger: Wide gaps require mastering Coyote Time &amp; Jump Buffering.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Atmosphere: Volumetric light beams shining through decorative portholes.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E32"/>
                </a:solidFill>
              </a:defRPr>
            </a:pPr>
            <a:r>
              <a:t>06. ENEMY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B432"/>
                </a:solidFill>
              </a:defRPr>
            </a:pPr>
            <a:r>
              <a:t>Enemy &amp; Boss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ld_pi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777240" cy="826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Bald Pirate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29260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Tactics: Kicks bombs away with high horizontal velocity.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Durability: 1 bomb explosion.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Counter: Drop bomb on higher ledge or time fuse.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ig_gu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10512"/>
            <a:ext cx="777240" cy="7469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Big Guy (Heavy Boss)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59152"/>
            <a:ext cx="29260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Tactics: Picks up active bombs and throws them back at player!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Durability: Takes 3 bombs to eliminate.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Role: High-threat mini-boss requiring hit-and-run tactics.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ucu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10512"/>
            <a:ext cx="777240" cy="8258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982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Cucumber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59152"/>
            <a:ext cx="29260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Tactics: Aggressive speed, charges player with melee bite.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Durability: Takes 2 bombs to eliminate.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Challenge: Fast approach forces rapid platform retreat.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apt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79392"/>
            <a:ext cx="777240" cy="6995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83080" y="4233672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Captain (Cowardly Commander)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28032"/>
            <a:ext cx="466344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Behavior: High detection range; flees in panic when a bomb is nearby.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Durability: 1 bomb explosion to defeat.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Gameplay Dynamic: Cornering the captain while dodging other threats.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wh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79392"/>
            <a:ext cx="777240" cy="5257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69480" y="423367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Whale (Bomb Devourer)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28032"/>
            <a:ext cx="47548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Special Power: Literally swallows ignited bombs whole, nullifying them!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Vulnerability: Immune to direct bombs; eliminated via fall hazards.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Puzzle Element: Luring whale off platform edges.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E32"/>
                </a:solidFill>
              </a:defRPr>
            </a:pPr>
            <a:r>
              <a:t>07. SENSORY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B432"/>
                </a:solidFill>
              </a:defRPr>
            </a:pPr>
            <a:r>
              <a:t>UI / HUD and Audio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alth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777240" cy="3129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764792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Interface &amp; HUD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66344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Health Bar HUD: Stylized pirate ribbon banner at top-left screen.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Dynamic Hearts: 3 interactive heart sprites toggle on health change.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Bomb Fuse Bar: Shows charging, full pulsing, and closing phases.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Clean Death Experience: Removed all blocking black dialog boxes.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Standalone Main Menu: Retro typography with selection cursor (&gt;).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Specification Compliance: Prominent 'Use UP / DOWN and ENTER' footer.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10512"/>
            <a:ext cx="777240" cy="8743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176479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Sound Effects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59152"/>
            <a:ext cx="47548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Walking: Gravel.ogg footstep audio rhythmically plays on ground movement.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Bomb Initiation &amp; Blast: 01_Explosion_v1..v3 trigger on spawn &amp; detonation.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Jump: 01_Jump_v1.ogg plays crisp jump launch sound.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Damage &amp; Hit: 01_Hurt_v1..v4 with slight random pitch modulation.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Death: 01_Death_v1.ogg plays instant game over demise cue.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Pit Fall: 01_Fall_v1.ogg plays cartoon descent whistle into chasms.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Menu Navigation: Punch sound on arrow change, Start sound on Enter.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E32"/>
                </a:solidFill>
              </a:defRPr>
            </a:pPr>
            <a:r>
              <a:t>08. 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B432"/>
                </a:solidFill>
              </a:defRPr>
            </a:pPr>
            <a:r>
              <a:t>Outcomes Without Unity (Raw Custom 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E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Low-Level Math &amp; 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292608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Must write custom SAT / AABB 2D collision resolution from scratch.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Manual implementation of velocity integration, friction, and gravity.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Risk of tunneling and clipping without continuous collision checks.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Dozens of engineering hours wasted on basic physics bugs.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E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1051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Graphics &amp; Rendering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67712"/>
            <a:ext cx="292608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Must write custom OpenGL / DirectX / Metal sprite batcher.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Manual atlas slicing, UV calculation, and sprite matrix transforms.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Complex shader programming required for 2D lighting and shadows.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No visual scene hierarchy or visual camera viewport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E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1051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Animation &amp; Audio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67712"/>
            <a:ext cx="292608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Custom state machine code required for frame timing and transitions.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Direct integration with OS audio APIs (XAudio2, CoreAudio, ALSA).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No visual tilemap painting; level data stored in manual text arrays.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Severe development friction; 80% time spent on boilerplate.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E32"/>
                </a:solidFill>
              </a:defRPr>
            </a:pPr>
            <a:r>
              <a:t>09. ENGINE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B432"/>
                </a:solidFill>
              </a:defRPr>
            </a:pPr>
            <a:r>
              <a:t>Outcomes With Unity (Engine Acceleration)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6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Turnkey Physics &amp; Lighting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292608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Robust Box2D integration (Rigidbody2D, CompositeCollider2D).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URP 2D Light sources out-of-the-box (Point, Global, Freeform).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LayerMask filtering for ground, enemy, and bomb layers.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Instant visual debugging with Gizmos (check sizes, fall lines).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6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1051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Visual Workflow &amp; Tooling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67712"/>
            <a:ext cx="292608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Interactive Tilemap palette for organic level design in minutes.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Animator controllers with visual state graphs, parameters &amp; blends.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Prefab workflow: change Player or Bomb once, propagates everywhere.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SceneManager API: instantaneous scene reloads and asynchronous jumps.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6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1051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Focus on Gameplay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67712"/>
            <a:ext cx="29260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Engine handled 95% of rendering, audio spatialization &amp; physics.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100% of engineering focused on unique enemy behaviors &amp; game feel.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Rapid iteration: polished coyote time, jump buffering &amp; footstep timers.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Cross-platform readiness: one codebase targets PC, WebGL &amp; consoles.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E32"/>
                </a:solidFill>
              </a:defRPr>
            </a:pPr>
            <a:r>
              <a:t>10. POST-MORTEM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B432"/>
                </a:solidFill>
              </a:defRPr>
            </a:pPr>
            <a:r>
              <a:t>Key Learning Outcomes &amp;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77724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Architecture &amp; C#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29260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Event-Driven Design: Decoupling health changes and UI via C# Actions.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Singleton Managers: Robust persistent controllers (LevelManager, SoundManager).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Interface Polymorphism: IDamageable applied cleanly across player &amp; AI.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Defensive Programming: Automatic fallback searches prevent null 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10512"/>
            <a:ext cx="777240" cy="8743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Game Feel &amp; Platforming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59152"/>
            <a:ext cx="29260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Coyote Time &amp; Input Buffering transform stiff jumps into fluid platforming.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Footstep Cadence: Timer-based footsteps sound infinitely better than loops.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Friction &amp; Zero-Drift: Direct horizontal velocity creates tight arcade control.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Instant Retry Loops: Fast respawns keep player immersion unbroken.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241E2A"/>
          </a:solidFill>
          <a:ln w="19050">
            <a:solidFill>
              <a:srgbClr val="4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k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10512"/>
            <a:ext cx="777240" cy="5727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98280" y="17647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B432"/>
                </a:solidFill>
              </a:defRPr>
            </a:pPr>
            <a:r>
              <a:t>Iterative Problem Solving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59152"/>
            <a:ext cx="29260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Resolving internal namespace collisions (Unity internal AudioManager vs custom).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Removing visual friction: eliminating disruptive UI boxes upon death.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Multi-Scene Build Pipeline: Proper build indexing for standalone builds.</a:t>
            </a:r>
          </a:p>
          <a:p>
            <a:pPr>
              <a:spcAft>
                <a:spcPts val="600"/>
              </a:spcAft>
              <a:defRPr sz="1200">
                <a:solidFill>
                  <a:srgbClr val="F5F5FA"/>
                </a:solidFill>
              </a:defRPr>
            </a:pPr>
            <a:r>
              <a:t>-  Specification Rigor: Implementing exact menu controls per design document.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